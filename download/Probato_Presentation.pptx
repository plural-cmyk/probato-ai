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pptx_workspace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468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450" y="101813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449884"/>
            <a:ext cx="8595360" cy="757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20"/>
              </a:lnSpc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Probato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267200" y="2455515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56834" y="2696766"/>
            <a:ext cx="5630183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AI-Powered QA Testing Platform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876126" y="3153817"/>
            <a:ext cx="339159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0"/>
              </a:spcAft>
              <a:buNone/>
            </a:pPr>
            <a:r>
              <a:rPr lang="en-US" sz="15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QA Agent -- Test, Fix, Ship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1186" y="3877717"/>
            <a:ext cx="921627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5550"/>
            <a:ext cx="85344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Testing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853232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18282"/>
            <a:ext cx="7924800" cy="684014"/>
          </a:xfrm>
          <a:prstGeom prst="roundRect">
            <a:avLst>
              <a:gd name="adj" fmla="val 1114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275" y="112930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3032" y="1199108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28576" y="1129308"/>
            <a:ext cx="7447806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Manual testing is slow, expensive, and incomplete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-- teams spend weeks on regression cycles that still miss bugs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1778496"/>
            <a:ext cx="7924800" cy="684014"/>
          </a:xfrm>
          <a:prstGeom prst="roundRect">
            <a:avLst>
              <a:gd name="adj" fmla="val 1114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88952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3032" y="1959322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28576" y="1889522"/>
            <a:ext cx="7447806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Developers test one feature at a time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-- Feature A, then B, then C, each requiring separate setup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2538710"/>
            <a:ext cx="792480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64973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3032" y="2719536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28576" y="2649736"/>
            <a:ext cx="7802463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Finding the right device and environment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-- device fragmentation wastes precious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600" y="3116312"/>
            <a:ext cx="792480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22733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23032" y="3297138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28576" y="3227338"/>
            <a:ext cx="7802463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Debug, fix, test again -- repeat endlessly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-- the fix-verify loop is manual and error-prone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9600" y="3693914"/>
            <a:ext cx="792480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380494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23032" y="3874740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28576" y="3804940"/>
            <a:ext cx="7802463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Security testing is an afterthought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-- vulnerabilities go undetected until production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9600" y="4271516"/>
            <a:ext cx="792480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2275" y="438254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23032" y="4452342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28576" y="4382542"/>
            <a:ext cx="7802463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"Works locally" does not mean production-ready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-- the gap between local and prod is huge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33654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 Probato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894582"/>
            <a:ext cx="2933648" cy="60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Autonomous Testing Loop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600" y="2557463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722513"/>
            <a:ext cx="2933648" cy="133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Probato clones your repo, discovers every feature, launches a test site, tests each feature, diagnoses bugs, fixes them with permission, and retests until green.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451" y="169872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1963" y="1806625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39952" y="1680567"/>
            <a:ext cx="3835450" cy="417463"/>
          </a:xfrm>
          <a:prstGeom prst="roundRect">
            <a:avLst>
              <a:gd name="adj" fmla="val 182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159002" y="1680567"/>
            <a:ext cx="0" cy="417463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5753" y="1782068"/>
            <a:ext cx="3786143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Repo -- provide URL and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451" y="221768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01963" y="2325588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39952" y="2199531"/>
            <a:ext cx="3835450" cy="417463"/>
          </a:xfrm>
          <a:prstGeom prst="roundRect">
            <a:avLst>
              <a:gd name="adj" fmla="val 182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159002" y="2199531"/>
            <a:ext cx="0" cy="417463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5753" y="2301032"/>
            <a:ext cx="3786143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 -- AI identifies features and deps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451" y="273665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01963" y="2844552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39952" y="2718495"/>
            <a:ext cx="3835450" cy="417463"/>
          </a:xfrm>
          <a:prstGeom prst="roundRect">
            <a:avLst>
              <a:gd name="adj" fmla="val 182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159002" y="2718495"/>
            <a:ext cx="0" cy="417463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5753" y="2819995"/>
            <a:ext cx="3786143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and Test -- test like a real user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451" y="325561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01963" y="3363516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39952" y="3237458"/>
            <a:ext cx="3835450" cy="417463"/>
          </a:xfrm>
          <a:prstGeom prst="roundRect">
            <a:avLst>
              <a:gd name="adj" fmla="val 182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159002" y="3237458"/>
            <a:ext cx="0" cy="417463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5753" y="3338959"/>
            <a:ext cx="3786143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and Retest -- diagnose, fix, verify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451" y="377457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801963" y="3882479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39952" y="3756422"/>
            <a:ext cx="3835450" cy="417463"/>
          </a:xfrm>
          <a:prstGeom prst="roundRect">
            <a:avLst>
              <a:gd name="adj" fmla="val 182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159002" y="3756422"/>
            <a:ext cx="0" cy="417463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55753" y="3857923"/>
            <a:ext cx="3786143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When Green -- all tests pass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4017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355550"/>
            <a:ext cx="853440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756023"/>
            <a:ext cx="1777901" cy="1659434"/>
          </a:xfrm>
          <a:prstGeom prst="roundRect">
            <a:avLst>
              <a:gd name="adj" fmla="val 765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3396407"/>
            <a:ext cx="1777901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959173"/>
            <a:ext cx="17830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50" y="2321123"/>
            <a:ext cx="1440180" cy="92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Provide your repo URL and access. Probato connects in seconds.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39901" y="1756023"/>
            <a:ext cx="1777901" cy="1659434"/>
          </a:xfrm>
          <a:prstGeom prst="roundRect">
            <a:avLst>
              <a:gd name="adj" fmla="val 765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39901" y="3396407"/>
            <a:ext cx="1777901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051" y="1959173"/>
            <a:ext cx="17830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051" y="2321123"/>
            <a:ext cx="1440180" cy="92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identifies all features, routes, and dependencies automatically.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70202" y="1756023"/>
            <a:ext cx="1777901" cy="1659434"/>
          </a:xfrm>
          <a:prstGeom prst="roundRect">
            <a:avLst>
              <a:gd name="adj" fmla="val 765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70202" y="3396407"/>
            <a:ext cx="1777901" cy="0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3352" y="1959173"/>
            <a:ext cx="17830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73352" y="2321123"/>
            <a:ext cx="1440180" cy="92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Agent tests each feature with full DevTools: console, network, DOM.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502" y="1756023"/>
            <a:ext cx="1777901" cy="1659434"/>
          </a:xfrm>
          <a:prstGeom prst="roundRect">
            <a:avLst>
              <a:gd name="adj" fmla="val 765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400502" y="3396407"/>
            <a:ext cx="1777901" cy="0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3653" y="1959173"/>
            <a:ext cx="17830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927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03653" y="2321123"/>
            <a:ext cx="1440180" cy="92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diagnoses failures, applies fixes, then verifies the solution.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3567857"/>
            <a:ext cx="7924800" cy="468362"/>
          </a:xfrm>
          <a:prstGeom prst="roundRect">
            <a:avLst>
              <a:gd name="adj" fmla="val 21693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2750" y="375121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41202" y="3694807"/>
            <a:ext cx="542439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Clone  →  Discover  →  Test  →  Fix  →  Retest  →  Push When Green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22045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820019"/>
            <a:ext cx="1777901" cy="1411932"/>
          </a:xfrm>
          <a:prstGeom prst="roundRect">
            <a:avLst>
              <a:gd name="adj" fmla="val 8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7380" y="2073920"/>
            <a:ext cx="2062341" cy="466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25172" y="2581870"/>
            <a:ext cx="1546756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Software Testing Market (2025)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39901" y="1820019"/>
            <a:ext cx="1777901" cy="1411932"/>
          </a:xfrm>
          <a:prstGeom prst="roundRect">
            <a:avLst>
              <a:gd name="adj" fmla="val 8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97681" y="2073920"/>
            <a:ext cx="2062341" cy="466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$10.6B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59722" y="2581870"/>
            <a:ext cx="1738259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in Testing by 2033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70202" y="1820019"/>
            <a:ext cx="1777901" cy="1411932"/>
          </a:xfrm>
          <a:prstGeom prst="roundRect">
            <a:avLst>
              <a:gd name="adj" fmla="val 8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27981" y="2073920"/>
            <a:ext cx="2062341" cy="466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90022" y="2581870"/>
            <a:ext cx="1738259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CAGR for AI Testing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502" y="1820019"/>
            <a:ext cx="1777901" cy="1411932"/>
          </a:xfrm>
          <a:prstGeom prst="roundRect">
            <a:avLst>
              <a:gd name="adj" fmla="val 8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58282" y="2073920"/>
            <a:ext cx="2062341" cy="466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$852M+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16075" y="2581870"/>
            <a:ext cx="1546756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Funding (last 10 years)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3384352"/>
            <a:ext cx="3886200" cy="650081"/>
          </a:xfrm>
          <a:prstGeom prst="roundRect">
            <a:avLst>
              <a:gd name="adj" fmla="val 11722"/>
            </a:avLst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7301" y="367129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5002" y="3511302"/>
            <a:ext cx="3520753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shift from manual to AI testing is the biggest QA transformation ever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48200" y="3384352"/>
            <a:ext cx="3886200" cy="650081"/>
          </a:xfrm>
          <a:prstGeom prst="roundRect">
            <a:avLst>
              <a:gd name="adj" fmla="val 11722"/>
            </a:avLst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5901" y="367129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03602" y="3511302"/>
            <a:ext cx="3520753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$1B invested in AI testing startups signals massive market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71487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Nobody Else Does This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736973"/>
            <a:ext cx="7924800" cy="385763"/>
          </a:xfrm>
          <a:prstGeom prst="roundRect">
            <a:avLst>
              <a:gd name="adj" fmla="val 19753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838474"/>
            <a:ext cx="141732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05000" y="1838474"/>
            <a:ext cx="3149477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They 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901" y="1838474"/>
            <a:ext cx="353568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They Miss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22736"/>
            <a:ext cx="7924800" cy="385763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529637" y="2122736"/>
            <a:ext cx="0" cy="385763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363" y="2122736"/>
            <a:ext cx="0" cy="385763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525" y="2224236"/>
            <a:ext cx="141732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TestSprite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14525" y="2224236"/>
            <a:ext cx="2997083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E2E testing, 5-min cycles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4426" y="2224236"/>
            <a:ext cx="335280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full clone-test-fix-push loop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2508498"/>
            <a:ext cx="7924800" cy="3857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529637" y="2508498"/>
            <a:ext cx="0" cy="385763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363" y="2508498"/>
            <a:ext cx="0" cy="385763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525" y="2609999"/>
            <a:ext cx="148590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14525" y="2609999"/>
            <a:ext cx="2997083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 maintenance automation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54426" y="2609999"/>
            <a:ext cx="335280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Does not discover features from scratch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2894261"/>
            <a:ext cx="7924800" cy="385763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529637" y="2894261"/>
            <a:ext cx="0" cy="385763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363" y="2894261"/>
            <a:ext cx="0" cy="385763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1525" y="2995761"/>
            <a:ext cx="148590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14525" y="2995761"/>
            <a:ext cx="2997083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Visual UI testing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54426" y="2995761"/>
            <a:ext cx="335280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 fully autonomous, no code fixing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600" y="3280023"/>
            <a:ext cx="7924800" cy="3857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529637" y="3280023"/>
            <a:ext cx="0" cy="38576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363" y="3280023"/>
            <a:ext cx="0" cy="38576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1525" y="3381524"/>
            <a:ext cx="148590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914525" y="3381524"/>
            <a:ext cx="2997083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General AI coding 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54426" y="3381524"/>
            <a:ext cx="335280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 a dedicated testing platform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9600" y="3665786"/>
            <a:ext cx="7924800" cy="451842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62000" y="3792736"/>
            <a:ext cx="14859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Probato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905000" y="3792736"/>
            <a:ext cx="6146691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FULL loop: Clone, Discover, Test, Fix, Retest, Push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44017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355550"/>
            <a:ext cx="853440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Probato Different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558975"/>
            <a:ext cx="2438400" cy="1260872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3412" y="1558975"/>
            <a:ext cx="0" cy="1260872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4926" y="1736675"/>
            <a:ext cx="213714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Autonomous Loop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4926" y="2251025"/>
            <a:ext cx="213714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Clone to push -- the entire cycle end-to-end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558975"/>
            <a:ext cx="2438400" cy="1260872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24213" y="1558975"/>
            <a:ext cx="0" cy="1260872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5726" y="1736675"/>
            <a:ext cx="24017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DevTools Access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5726" y="2012900"/>
            <a:ext cx="213714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Console, network, and DOM state in real-time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91200" y="1558975"/>
            <a:ext cx="2438400" cy="1260872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815013" y="1558975"/>
            <a:ext cx="0" cy="1260872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526" y="1736675"/>
            <a:ext cx="24017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16526" y="2012900"/>
            <a:ext cx="213714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Recommend, ask permission, then fix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946797"/>
            <a:ext cx="2438400" cy="1260872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3412" y="2946797"/>
            <a:ext cx="0" cy="1260872"/>
          </a:xfrm>
          <a:prstGeom prst="line">
            <a:avLst/>
          </a:prstGeom>
          <a:noFill/>
          <a:ln w="47625">
            <a:solidFill>
              <a:srgbClr val="408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926" y="3124498"/>
            <a:ext cx="213714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Code Detection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4926" y="3638848"/>
            <a:ext cx="213714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Database, env vars, and config issues too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946797"/>
            <a:ext cx="2438400" cy="1260872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24213" y="2946797"/>
            <a:ext cx="0" cy="1260872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5726" y="3124498"/>
            <a:ext cx="24017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Testing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5726" y="3400723"/>
            <a:ext cx="213714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Functional + security in one pass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91200" y="2946797"/>
            <a:ext cx="2438400" cy="1260872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815013" y="2946797"/>
            <a:ext cx="0" cy="1260872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526" y="3124498"/>
            <a:ext cx="24017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Multi-Device Testing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16526" y="3400723"/>
            <a:ext cx="213714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Calls, notifications, and payment flows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750"/>
            <a:ext cx="2793950" cy="5092601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" y="1793230"/>
            <a:ext cx="2730438" cy="88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Test Site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04800" y="2712393"/>
            <a:ext cx="2293568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AI Becomes a Tester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4800" y="3362771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49501" y="1484709"/>
            <a:ext cx="38100" cy="35555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89102" y="1459409"/>
            <a:ext cx="58548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Sandboxed Browser with DevTools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89102" y="1715839"/>
            <a:ext cx="585489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Console, network, and DOM 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9501" y="2091630"/>
            <a:ext cx="38100" cy="35555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89102" y="2066330"/>
            <a:ext cx="58548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Viewing Modes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89102" y="2322761"/>
            <a:ext cx="585489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Live View, Progress Feed, Summary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49501" y="2698552"/>
            <a:ext cx="38100" cy="355550"/>
          </a:xfrm>
          <a:prstGeom prst="roundRect">
            <a:avLst>
              <a:gd name="adj" fmla="val 66667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89102" y="2673251"/>
            <a:ext cx="58548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Can Take Over Anytime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89102" y="2929682"/>
            <a:ext cx="585489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Pause, redirect, or approve actions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49501" y="3305473"/>
            <a:ext cx="38100" cy="355550"/>
          </a:xfrm>
          <a:prstGeom prst="roundRect">
            <a:avLst>
              <a:gd name="adj" fmla="val 66667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89102" y="3280172"/>
            <a:ext cx="58548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Media Verification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89102" y="3536603"/>
            <a:ext cx="585489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Audio, video, and image checks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129738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815554"/>
            <a:ext cx="7924800" cy="370582"/>
          </a:xfrm>
          <a:prstGeom prst="roundRect">
            <a:avLst>
              <a:gd name="adj" fmla="val 20562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917055"/>
            <a:ext cx="16509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31950" y="1917055"/>
            <a:ext cx="11556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0901" y="1917055"/>
            <a:ext cx="11556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09851" y="1917055"/>
            <a:ext cx="4272165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86136"/>
            <a:ext cx="7924800" cy="370582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529637" y="2186136"/>
            <a:ext cx="0" cy="37058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363" y="2186136"/>
            <a:ext cx="0" cy="37058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525" y="2287637"/>
            <a:ext cx="1574738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/ OSS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41475" y="2287637"/>
            <a:ext cx="1226752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30426" y="2287637"/>
            <a:ext cx="11556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Unlimited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9376" y="2287637"/>
            <a:ext cx="4051191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agent, self-hosted, bring your own LLM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556718"/>
            <a:ext cx="7924800" cy="3705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529637" y="2556718"/>
            <a:ext cx="0" cy="37058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363" y="2556718"/>
            <a:ext cx="0" cy="37058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1525" y="2658219"/>
            <a:ext cx="16509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41475" y="2658219"/>
            <a:ext cx="11556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$29/mo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30426" y="2658219"/>
            <a:ext cx="1226752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19376" y="2658219"/>
            <a:ext cx="4051191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Cloud-hosted, 1 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600" y="2927300"/>
            <a:ext cx="7924800" cy="370582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529637" y="2927300"/>
            <a:ext cx="0" cy="37058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363" y="2927300"/>
            <a:ext cx="0" cy="37058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525" y="3028801"/>
            <a:ext cx="16509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41475" y="3028801"/>
            <a:ext cx="11556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$99/mo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30426" y="3028801"/>
            <a:ext cx="1226752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19376" y="3028801"/>
            <a:ext cx="4051191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Fix recommendations, 5 projects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9600" y="3297882"/>
            <a:ext cx="7924800" cy="3705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8529637" y="3297882"/>
            <a:ext cx="0" cy="37058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4363" y="3297882"/>
            <a:ext cx="0" cy="37058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1525" y="3399383"/>
            <a:ext cx="16509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41475" y="3399383"/>
            <a:ext cx="11556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$249/mo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30426" y="3399383"/>
            <a:ext cx="1226752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19376" y="3399383"/>
            <a:ext cx="4051191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Auto-fix, multi-device, CI/CD integration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9600" y="3668464"/>
            <a:ext cx="7924800" cy="370582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62000" y="3769965"/>
            <a:ext cx="1574738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031950" y="3769965"/>
            <a:ext cx="11556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Custom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920901" y="3769965"/>
            <a:ext cx="1155636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Unlimited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09851" y="3769965"/>
            <a:ext cx="4051191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On-premise, SSO, SLA, dedicated support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73819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645890"/>
            <a:ext cx="1777901" cy="1628031"/>
          </a:xfrm>
          <a:prstGeom prst="roundRect">
            <a:avLst>
              <a:gd name="adj" fmla="val 6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664940"/>
            <a:ext cx="1777901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01" y="1861691"/>
            <a:ext cx="184924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7301" y="2039541"/>
            <a:ext cx="184924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Month 1-3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7301" y="2255490"/>
            <a:ext cx="1678549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in Public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7301" y="2519660"/>
            <a:ext cx="149362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Open source, demos, community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39901" y="1645890"/>
            <a:ext cx="1777901" cy="1628031"/>
          </a:xfrm>
          <a:prstGeom prst="roundRect">
            <a:avLst>
              <a:gd name="adj" fmla="val 6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39901" y="1664940"/>
            <a:ext cx="1777901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7602" y="1861691"/>
            <a:ext cx="184924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17602" y="2039541"/>
            <a:ext cx="184924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Month 3-6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17602" y="2255490"/>
            <a:ext cx="1493624" cy="460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Launch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17602" y="2733080"/>
            <a:ext cx="149362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Product Hunt, HN, Reddit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0202" y="1645890"/>
            <a:ext cx="1777901" cy="1628031"/>
          </a:xfrm>
          <a:prstGeom prst="roundRect">
            <a:avLst>
              <a:gd name="adj" fmla="val 6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470202" y="1664940"/>
            <a:ext cx="1777901" cy="0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7902" y="1861691"/>
            <a:ext cx="184924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7902" y="2039541"/>
            <a:ext cx="176389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Month 6-12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7902" y="2255490"/>
            <a:ext cx="1849249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47902" y="2519660"/>
            <a:ext cx="149362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GitHub App, VS Code, CI/CD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502" y="1645890"/>
            <a:ext cx="1777901" cy="1628031"/>
          </a:xfrm>
          <a:prstGeom prst="roundRect">
            <a:avLst>
              <a:gd name="adj" fmla="val 6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00502" y="1664940"/>
            <a:ext cx="1777901" cy="0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8203" y="1861691"/>
            <a:ext cx="184924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927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78203" y="2039541"/>
            <a:ext cx="184924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Year 2+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78203" y="2255490"/>
            <a:ext cx="1849249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78203" y="2519660"/>
            <a:ext cx="149362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Enterprise, SOC 2, marketplaces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3400871"/>
            <a:ext cx="7924800" cy="451991"/>
          </a:xfrm>
          <a:prstGeom prst="roundRect">
            <a:avLst>
              <a:gd name="adj" fmla="val 16859"/>
            </a:avLst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2750" y="358869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90451" y="3527822"/>
            <a:ext cx="6261943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Strategy: Open source first for adoption, then convert power users to paid cloud tiers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9350"/>
            <a:ext cx="8534400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Roadmap -- 52 Weeks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690711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1990" y="998934"/>
            <a:ext cx="726311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W1-4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44501" y="941933"/>
            <a:ext cx="38100" cy="253901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58801" y="830312"/>
            <a:ext cx="3060799" cy="477143"/>
          </a:xfrm>
          <a:prstGeom prst="roundRect">
            <a:avLst>
              <a:gd name="adj" fmla="val 1064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85751" y="893713"/>
            <a:ext cx="3480554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5751" y="1076474"/>
            <a:ext cx="331214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Setup, sandbox, LLM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1990" y="1539478"/>
            <a:ext cx="726311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W5-10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44501" y="1482477"/>
            <a:ext cx="38100" cy="253901"/>
          </a:xfrm>
          <a:prstGeom prst="roundRect">
            <a:avLst>
              <a:gd name="adj" fmla="val 66667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58801" y="1370856"/>
            <a:ext cx="3060799" cy="477143"/>
          </a:xfrm>
          <a:prstGeom prst="roundRect">
            <a:avLst>
              <a:gd name="adj" fmla="val 1064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85751" y="1434257"/>
            <a:ext cx="3480554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5751" y="1617018"/>
            <a:ext cx="331214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Navigate, interact, report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1990" y="2080022"/>
            <a:ext cx="726311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W11-16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44501" y="2023021"/>
            <a:ext cx="38100" cy="253901"/>
          </a:xfrm>
          <a:prstGeom prst="roundRect">
            <a:avLst>
              <a:gd name="adj" fmla="val 66667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58801" y="1911400"/>
            <a:ext cx="3060799" cy="477143"/>
          </a:xfrm>
          <a:prstGeom prst="roundRect">
            <a:avLst>
              <a:gd name="adj" fmla="val 1064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85751" y="1974800"/>
            <a:ext cx="3480554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Fix Loop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5751" y="2157561"/>
            <a:ext cx="331214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Diagnose, fix, verify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1990" y="2620566"/>
            <a:ext cx="726311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W17-22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44501" y="2563564"/>
            <a:ext cx="38100" cy="253901"/>
          </a:xfrm>
          <a:prstGeom prst="roundRect">
            <a:avLst>
              <a:gd name="adj" fmla="val 66667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58801" y="2451943"/>
            <a:ext cx="3060799" cy="477143"/>
          </a:xfrm>
          <a:prstGeom prst="roundRect">
            <a:avLst>
              <a:gd name="adj" fmla="val 1064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85751" y="2515344"/>
            <a:ext cx="3648968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85751" y="2698105"/>
            <a:ext cx="331214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Dashboard, Live 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04390" y="998934"/>
            <a:ext cx="726311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W23-28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06901" y="941933"/>
            <a:ext cx="38100" cy="253901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21201" y="830312"/>
            <a:ext cx="3060799" cy="477143"/>
          </a:xfrm>
          <a:prstGeom prst="roundRect">
            <a:avLst>
              <a:gd name="adj" fmla="val 1064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48151" y="893713"/>
            <a:ext cx="3312140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+ 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8151" y="1076474"/>
            <a:ext cx="331214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Audio, video, XSS, auth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04390" y="1539478"/>
            <a:ext cx="726311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W29-36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06901" y="1482477"/>
            <a:ext cx="38100" cy="253901"/>
          </a:xfrm>
          <a:prstGeom prst="roundRect">
            <a:avLst>
              <a:gd name="adj" fmla="val 66667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21201" y="1370856"/>
            <a:ext cx="3060799" cy="477143"/>
          </a:xfrm>
          <a:prstGeom prst="roundRect">
            <a:avLst>
              <a:gd name="adj" fmla="val 1064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48151" y="1434257"/>
            <a:ext cx="3480554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Multi-Device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8151" y="1617018"/>
            <a:ext cx="331214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Calls, notifications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04390" y="2080022"/>
            <a:ext cx="726311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W37-44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06901" y="2023021"/>
            <a:ext cx="38100" cy="253901"/>
          </a:xfrm>
          <a:prstGeom prst="roundRect">
            <a:avLst>
              <a:gd name="adj" fmla="val 66667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321201" y="1911400"/>
            <a:ext cx="3060799" cy="477143"/>
          </a:xfrm>
          <a:prstGeom prst="roundRect">
            <a:avLst>
              <a:gd name="adj" fmla="val 1064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48151" y="1974800"/>
            <a:ext cx="3480554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8151" y="2157561"/>
            <a:ext cx="331214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GitHub App, billing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04390" y="2620566"/>
            <a:ext cx="726311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W45-52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06901" y="2563564"/>
            <a:ext cx="38100" cy="253901"/>
          </a:xfrm>
          <a:prstGeom prst="roundRect">
            <a:avLst>
              <a:gd name="adj" fmla="val 66667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21201" y="2451943"/>
            <a:ext cx="3060799" cy="477143"/>
          </a:xfrm>
          <a:prstGeom prst="roundRect">
            <a:avLst>
              <a:gd name="adj" fmla="val 1064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48151" y="2515344"/>
            <a:ext cx="3648968" cy="1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48151" y="2698105"/>
            <a:ext cx="331214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Beta, Product Hunt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51234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71774"/>
            <a:ext cx="7924800" cy="451842"/>
          </a:xfrm>
          <a:prstGeom prst="roundRect">
            <a:avLst>
              <a:gd name="adj" fmla="val 16864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98724"/>
            <a:ext cx="19812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00250" y="1698724"/>
            <a:ext cx="24765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05250" y="1698724"/>
            <a:ext cx="24765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29315" y="1698724"/>
            <a:ext cx="2311271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2023616"/>
            <a:ext cx="7924800" cy="451842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529637" y="2023616"/>
            <a:ext cx="0" cy="45184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363" y="2023616"/>
            <a:ext cx="0" cy="45184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525" y="2150566"/>
            <a:ext cx="19812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33575" y="2150566"/>
            <a:ext cx="26289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38575" y="2150566"/>
            <a:ext cx="26289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15,000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7724" y="2150566"/>
            <a:ext cx="2453503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80,000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2475458"/>
            <a:ext cx="7924800" cy="45184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529637" y="2475458"/>
            <a:ext cx="0" cy="45184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363" y="2475458"/>
            <a:ext cx="0" cy="45184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1525" y="2602409"/>
            <a:ext cx="188976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Users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33575" y="2602409"/>
            <a:ext cx="26289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8575" y="2602409"/>
            <a:ext cx="26289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1,200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7724" y="2602409"/>
            <a:ext cx="2453503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8,000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9600" y="2927300"/>
            <a:ext cx="7924800" cy="451842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529637" y="2927300"/>
            <a:ext cx="0" cy="45184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363" y="2927300"/>
            <a:ext cx="0" cy="45184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525" y="3054251"/>
            <a:ext cx="19812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09775" y="3054251"/>
            <a:ext cx="24765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$5K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14775" y="3054251"/>
            <a:ext cx="24765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$120K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38840" y="3054251"/>
            <a:ext cx="2311271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$800K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9600" y="3379143"/>
            <a:ext cx="7924800" cy="45184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8529637" y="3379143"/>
            <a:ext cx="0" cy="45184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4363" y="3379143"/>
            <a:ext cx="0" cy="45184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1525" y="3506093"/>
            <a:ext cx="19812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009775" y="3506093"/>
            <a:ext cx="24765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$60K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14775" y="3506093"/>
            <a:ext cx="24765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$1.4M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838840" y="3506093"/>
            <a:ext cx="2311271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$9.6M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9600" y="3830985"/>
            <a:ext cx="7924800" cy="451842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62000" y="3957935"/>
            <a:ext cx="19812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Size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924050" y="3957935"/>
            <a:ext cx="26289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829050" y="3957935"/>
            <a:ext cx="2628900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758199" y="3957935"/>
            <a:ext cx="2453503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35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04800"/>
            <a:ext cx="8636000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Opportunity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17950" y="741462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371005"/>
            <a:ext cx="2539901" cy="1207740"/>
          </a:xfrm>
          <a:prstGeom prst="roundRect">
            <a:avLst>
              <a:gd name="adj" fmla="val 105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3736" y="1609130"/>
            <a:ext cx="3031629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1935" y="2142530"/>
            <a:ext cx="2555230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Seed Round Target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27202" y="1371005"/>
            <a:ext cx="2539901" cy="1207740"/>
          </a:xfrm>
          <a:prstGeom prst="roundRect">
            <a:avLst>
              <a:gd name="adj" fmla="val 105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81338" y="1609130"/>
            <a:ext cx="3031629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mo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19537" y="2142530"/>
            <a:ext cx="2555230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Runway to Series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731145"/>
            <a:ext cx="7924800" cy="943570"/>
          </a:xfrm>
          <a:prstGeom prst="roundRect">
            <a:avLst>
              <a:gd name="adj" fmla="val 1076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893070"/>
            <a:ext cx="8321725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275" y="3207990"/>
            <a:ext cx="3749725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34642" y="3290441"/>
            <a:ext cx="132749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50% Engineering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207990"/>
            <a:ext cx="1874788" cy="3048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95143" y="3290441"/>
            <a:ext cx="816858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25% GTM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788" y="3207990"/>
            <a:ext cx="1124843" cy="304800"/>
          </a:xfrm>
          <a:prstGeom prst="rect">
            <a:avLst/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69460" y="3290441"/>
            <a:ext cx="38570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71631" y="3207990"/>
            <a:ext cx="749945" cy="30480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06779" y="3290441"/>
            <a:ext cx="38570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3801666"/>
            <a:ext cx="3886200" cy="420142"/>
          </a:xfrm>
          <a:prstGeom prst="roundRect">
            <a:avLst>
              <a:gd name="adj" fmla="val 18137"/>
            </a:avLst>
          </a:prstGeom>
          <a:solidFill>
            <a:srgbClr val="FF6B2B">
              <a:alpha val="12000"/>
            </a:srgbClr>
          </a:solidFill>
          <a:ln w="9525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3408" y="3912691"/>
            <a:ext cx="3918585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1,000 paid users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48200" y="3801666"/>
            <a:ext cx="3886200" cy="420142"/>
          </a:xfrm>
          <a:prstGeom prst="roundRect">
            <a:avLst>
              <a:gd name="adj" fmla="val 18137"/>
            </a:avLst>
          </a:prstGeom>
          <a:solidFill>
            <a:srgbClr val="FF6B2B">
              <a:alpha val="12000"/>
            </a:srgbClr>
          </a:solidFill>
          <a:ln w="9525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18267" y="3912691"/>
            <a:ext cx="4346067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$100K MRR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pptx_workspace/closing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468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450" y="102140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402259"/>
            <a:ext cx="8595360" cy="757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20"/>
              </a:lnSpc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Probato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267200" y="2407890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401511" y="2649141"/>
            <a:ext cx="234082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Test. Fix. Ship.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879591" y="3113782"/>
            <a:ext cx="3384670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3600"/>
              </a:spcAft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future of QA is autonomous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89957" y="3855393"/>
            <a:ext cx="1163937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probato.dev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Probato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Probato Pitch Deck</dc:title>
  <dc:subject>Probato - Autonomous AI-Powered QA Testing Platform</dc:subject>
  <dc:creator>Probato Team</dc:creator>
  <cp:lastModifiedBy>Probato Team</cp:lastModifiedBy>
  <cp:revision>1</cp:revision>
  <dcterms:created xsi:type="dcterms:W3CDTF">2026-04-27T02:27:19Z</dcterms:created>
  <dcterms:modified xsi:type="dcterms:W3CDTF">2026-04-27T02:27:19Z</dcterms:modified>
</cp:coreProperties>
</file>